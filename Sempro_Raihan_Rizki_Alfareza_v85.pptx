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Diagram ini secara langsung menunjukkan race condition yang menyebabkan oversell: dua unit terjual dari stok satu. Diagram ini bukan contoh mekanisme lost update klasik; lost update diuji terpisah pada F5 melalui konflik pembaruan stok.</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diuji terpisah dari ilustrasi ini pada F5 melalui konflik pembaruan stok; diagram slide ini terutama menunjukkan oversell.</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commit secara lokal lalu producer dihentikan sebelum publish. Pada EDA dengan Proteksi, event terkait telah tersimpan di Outbox dalam transaksi lokal yang sama sehingga relay dapat meneruskannya setelah layanan pulih. Pada EDA tanpa Proteksi, tidak ada Outbox untuk menyimpan event yang belum dipublikasikan.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Batas F1 berlaku pada kedua kondisi EDA: transaksi bisnis sudah commit dan producer dihentikan sebelum publish. Event tersimpan di Outbox hanya pada EDA dengan Proteksi; pada kondisi tanpa Proteksi, tidak ada penyimpanan Outbox untuk event yang belum dipublikasikan.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telah commit secara lokal sebelum producer dihentikan. Pada EDA dengan Proteksi, event terkait juga telah tersimpan di Outbox dalam transaksi lokal yang sama; pada EDA tanpa Proteksi tidak ada Outbox. Penghentian terjadi sebelum event diterbitkan ke broker.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Definisi F1 membedakan kedua kondisi EDA. Transaksi bisnis telah commit sebelum producer dihentikan. Pada EDA dengan Proteksi, event terkait juga tersimpan di Outbox dalam transaksi lokal yang sama; pada EDA tanpa Proteksi tidak ada Outbox. Penghentian dilakukan sebelum event diterbitkan ke broker.</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dua transaksi memperbarui stok dari nilai lama yang sama, sehingga satu pengurangan stok tidak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Transaksi bisnis commit sebelum publish. Pada EDA dengan Proteksi, event tersimpan di Outbox.</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3712464"/>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Producer dihentikan setelah commit lokal, sebelum event diterbitkan. Pada EDA dengan Proteksi, event sudah tersimpan di Outbox.</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